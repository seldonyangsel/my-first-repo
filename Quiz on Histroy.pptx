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8470-B8DC-4A76-98E8-98C06E539A6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9F2E-5351-410A-A41E-A516F167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8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8470-B8DC-4A76-98E8-98C06E539A6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9F2E-5351-410A-A41E-A516F167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93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8470-B8DC-4A76-98E8-98C06E539A6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9F2E-5351-410A-A41E-A516F167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48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8470-B8DC-4A76-98E8-98C06E539A6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9F2E-5351-410A-A41E-A516F167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45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8470-B8DC-4A76-98E8-98C06E539A6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9F2E-5351-410A-A41E-A516F167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9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8470-B8DC-4A76-98E8-98C06E539A6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9F2E-5351-410A-A41E-A516F167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32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8470-B8DC-4A76-98E8-98C06E539A6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9F2E-5351-410A-A41E-A516F167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246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8470-B8DC-4A76-98E8-98C06E539A6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9F2E-5351-410A-A41E-A516F167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47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8470-B8DC-4A76-98E8-98C06E539A6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9F2E-5351-410A-A41E-A516F167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474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8470-B8DC-4A76-98E8-98C06E539A6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9F2E-5351-410A-A41E-A516F167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34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8470-B8DC-4A76-98E8-98C06E539A6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29F2E-5351-410A-A41E-A516F167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72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C8470-B8DC-4A76-98E8-98C06E539A6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29F2E-5351-410A-A41E-A516F167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316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Quiz on Histroy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Kelzang Phuntsho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54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is the Father of Modern Bhutan?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68" y="2294684"/>
            <a:ext cx="1244230" cy="1837069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290" y="2294685"/>
            <a:ext cx="1577492" cy="1916468"/>
          </a:xfrm>
        </p:spPr>
      </p:pic>
      <p:pic>
        <p:nvPicPr>
          <p:cNvPr id="8" name="Content Placeholder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838" y="2294685"/>
            <a:ext cx="1642688" cy="1916469"/>
          </a:xfrm>
          <a:prstGeom prst="rect">
            <a:avLst/>
          </a:prstGeom>
        </p:spPr>
      </p:pic>
      <p:pic>
        <p:nvPicPr>
          <p:cNvPr id="9" name="Content Placeholder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722" y="2334384"/>
            <a:ext cx="1327705" cy="1876769"/>
          </a:xfrm>
          <a:prstGeom prst="rect">
            <a:avLst/>
          </a:prstGeom>
        </p:spPr>
      </p:pic>
      <p:pic>
        <p:nvPicPr>
          <p:cNvPr id="10" name="Content Placeholder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466" y="2294684"/>
            <a:ext cx="1739884" cy="191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196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Great Job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497" y="1690688"/>
            <a:ext cx="3839006" cy="383900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91" y="5630581"/>
            <a:ext cx="1230052" cy="12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679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Sorry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497" y="1690688"/>
            <a:ext cx="3839006" cy="383900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91" y="5630581"/>
            <a:ext cx="1230052" cy="1219299"/>
          </a:xfrm>
          <a:prstGeom prst="rect">
            <a:avLst/>
          </a:prstGeom>
        </p:spPr>
      </p:pic>
      <p:pic>
        <p:nvPicPr>
          <p:cNvPr id="6" name="Content Placeholder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662" y="5529694"/>
            <a:ext cx="1219299" cy="12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78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Quiz on Histroy</vt:lpstr>
      <vt:lpstr>Who is the Father of Modern Bhutan?</vt:lpstr>
      <vt:lpstr>Great Job</vt:lpstr>
      <vt:lpstr>Sorry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on Histroy</dc:title>
  <dc:creator>Dell</dc:creator>
  <cp:lastModifiedBy>Dell</cp:lastModifiedBy>
  <cp:revision>5</cp:revision>
  <dcterms:created xsi:type="dcterms:W3CDTF">2026-03-23T06:41:55Z</dcterms:created>
  <dcterms:modified xsi:type="dcterms:W3CDTF">2026-03-23T06:54:39Z</dcterms:modified>
</cp:coreProperties>
</file>